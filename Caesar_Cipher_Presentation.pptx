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7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CAESAR CIPHER BASED MESSAGE ENCRYPTION AND DECRYPTION SYSTEM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955280" y="228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4</a:t>
            </a:r>
            <a:endParaRPr lang="en-US" sz="9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502920"/>
            <a:ext cx="548640" cy="5486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137160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Caesar Cipher: simple substitution-based encryption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Encrypts and decrypts messages using a user-defined key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understand basic encryption, decryption and cryptographic concepts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Technology: Python + Streamlit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2918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FLOW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" y="3611880"/>
            <a:ext cx="1463040" cy="731520"/>
          </a:xfrm>
          <a:prstGeom prst="roundRect">
            <a:avLst>
              <a:gd name="adj" fmla="val 10000"/>
            </a:avLst>
          </a:prstGeom>
          <a:solidFill>
            <a:srgbClr val="12264D"/>
          </a:solidFill>
          <a:ln w="12700">
            <a:solidFill>
              <a:srgbClr val="1E3A6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7200" y="3611880"/>
            <a:ext cx="146304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1975104" y="3886200"/>
            <a:ext cx="146304" cy="182880"/>
          </a:xfrm>
          <a:prstGeom prst="rightArrow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148840" y="3611880"/>
            <a:ext cx="1463040" cy="731520"/>
          </a:xfrm>
          <a:prstGeom prst="roundRect">
            <a:avLst>
              <a:gd name="adj" fmla="val 10000"/>
            </a:avLst>
          </a:prstGeom>
          <a:solidFill>
            <a:srgbClr val="0F3A52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148840" y="3611880"/>
            <a:ext cx="146304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666744" y="3886200"/>
            <a:ext cx="146304" cy="182880"/>
          </a:xfrm>
          <a:prstGeom prst="rightArrow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840480" y="3611880"/>
            <a:ext cx="1463040" cy="731520"/>
          </a:xfrm>
          <a:prstGeom prst="roundRect">
            <a:avLst>
              <a:gd name="adj" fmla="val 10000"/>
            </a:avLst>
          </a:prstGeom>
          <a:solidFill>
            <a:srgbClr val="12264D"/>
          </a:solidFill>
          <a:ln w="12700">
            <a:solidFill>
              <a:srgbClr val="1E3A6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840480" y="3611880"/>
            <a:ext cx="146304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Ciphertext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358384" y="3886200"/>
            <a:ext cx="146304" cy="182880"/>
          </a:xfrm>
          <a:prstGeom prst="rightArrow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532120" y="3611880"/>
            <a:ext cx="1463040" cy="731520"/>
          </a:xfrm>
          <a:prstGeom prst="roundRect">
            <a:avLst>
              <a:gd name="adj" fmla="val 10000"/>
            </a:avLst>
          </a:prstGeom>
          <a:solidFill>
            <a:srgbClr val="0F3A52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532120" y="3611880"/>
            <a:ext cx="146304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Decryption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7050024" y="3886200"/>
            <a:ext cx="146304" cy="182880"/>
          </a:xfrm>
          <a:prstGeom prst="rightArrow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223760" y="3611880"/>
            <a:ext cx="1463040" cy="731520"/>
          </a:xfrm>
          <a:prstGeom prst="roundRect">
            <a:avLst>
              <a:gd name="adj" fmla="val 10000"/>
            </a:avLst>
          </a:prstGeom>
          <a:solidFill>
            <a:srgbClr val="12264D"/>
          </a:solidFill>
          <a:ln w="12700">
            <a:solidFill>
              <a:srgbClr val="1E3A6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223760" y="3611880"/>
            <a:ext cx="146304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Message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7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CAESAR CIPHER BASED MESSAGE ENCRYPTION AND DECRYPTION SYSTEM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Cryptography Concepts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955280" y="228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475488"/>
          </a:xfrm>
          <a:prstGeom prst="roundRect">
            <a:avLst>
              <a:gd name="adj" fmla="val 15385"/>
            </a:avLst>
          </a:prstGeom>
          <a:solidFill>
            <a:srgbClr val="12264D"/>
          </a:solidFill>
          <a:ln w="12700">
            <a:solidFill>
              <a:srgbClr val="1E3A6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80744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43000" y="128016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Plaintext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3017520" y="1280160"/>
            <a:ext cx="548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readable message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1847088"/>
            <a:ext cx="8229600" cy="475488"/>
          </a:xfrm>
          <a:prstGeom prst="roundRect">
            <a:avLst>
              <a:gd name="adj" fmla="val 15385"/>
            </a:avLst>
          </a:prstGeom>
          <a:solidFill>
            <a:srgbClr val="12264D"/>
          </a:solidFill>
          <a:ln w="12700">
            <a:solidFill>
              <a:srgbClr val="1E3A6B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47672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143000" y="184708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Ciphertext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3017520" y="1847088"/>
            <a:ext cx="548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/ transformed message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457200" y="2414016"/>
            <a:ext cx="8229600" cy="475488"/>
          </a:xfrm>
          <a:prstGeom prst="roundRect">
            <a:avLst>
              <a:gd name="adj" fmla="val 15385"/>
            </a:avLst>
          </a:prstGeom>
          <a:solidFill>
            <a:srgbClr val="12264D"/>
          </a:solidFill>
          <a:ln w="12700">
            <a:solidFill>
              <a:srgbClr val="1E3A6B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51460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143000" y="2414016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3017520" y="2414016"/>
            <a:ext cx="548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used to control encryption / decryption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457200" y="2980944"/>
            <a:ext cx="8229600" cy="475488"/>
          </a:xfrm>
          <a:prstGeom prst="roundRect">
            <a:avLst>
              <a:gd name="adj" fmla="val 15385"/>
            </a:avLst>
          </a:prstGeom>
          <a:solidFill>
            <a:srgbClr val="12264D"/>
          </a:solidFill>
          <a:ln w="12700">
            <a:solidFill>
              <a:srgbClr val="1E3A6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081528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143000" y="2980944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3017520" y="2980944"/>
            <a:ext cx="548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Plaintext → Ciphertext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457200" y="3547872"/>
            <a:ext cx="8229600" cy="475488"/>
          </a:xfrm>
          <a:prstGeom prst="roundRect">
            <a:avLst>
              <a:gd name="adj" fmla="val 15385"/>
            </a:avLst>
          </a:prstGeom>
          <a:solidFill>
            <a:srgbClr val="12264D"/>
          </a:solidFill>
          <a:ln w="12700">
            <a:solidFill>
              <a:srgbClr val="1E3A6B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648456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143000" y="354787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Decryption</a:t>
            </a:r>
            <a:endParaRPr lang="en-US" sz="1600" dirty="0"/>
          </a:p>
        </p:txBody>
      </p:sp>
      <p:sp>
        <p:nvSpPr>
          <p:cNvPr id="24" name="Text 17"/>
          <p:cNvSpPr txBox="1"/>
          <p:nvPr/>
        </p:nvSpPr>
        <p:spPr>
          <a:xfrm>
            <a:off x="3017520" y="3547872"/>
            <a:ext cx="548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Ciphertext → Plaintext</a:t>
            </a:r>
            <a:endParaRPr lang="en-US" sz="1400" dirty="0"/>
          </a:p>
        </p:txBody>
      </p:sp>
      <p:sp>
        <p:nvSpPr>
          <p:cNvPr id="25" name="Text 18"/>
          <p:cNvSpPr txBox="1"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Cryptography protects information by transforming readable data into a protected form.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7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CAESAR CIPHER BASED MESSAGE ENCRYPTION AND DECRYPTION SYSTEM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Caesar Cipher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955280" y="228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4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188720"/>
            <a:ext cx="4023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Substitution cipher: shifts letters by a fixed number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= number of positions shifted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 26 = alphabet wrap-around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1188720"/>
            <a:ext cx="3931920" cy="822960"/>
          </a:xfrm>
          <a:prstGeom prst="roundRect">
            <a:avLst>
              <a:gd name="adj" fmla="val 8889"/>
            </a:avLst>
          </a:prstGeom>
          <a:solidFill>
            <a:srgbClr val="0F3A52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754880" y="1188720"/>
            <a:ext cx="393192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= (P + K) mod 26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754880" y="2194560"/>
            <a:ext cx="3931920" cy="822960"/>
          </a:xfrm>
          <a:prstGeom prst="roundRect">
            <a:avLst>
              <a:gd name="adj" fmla="val 8889"/>
            </a:avLst>
          </a:prstGeom>
          <a:solidFill>
            <a:srgbClr val="0F3A52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54880" y="2194560"/>
            <a:ext cx="393192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= (C − K) mod 26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7432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4023360" cy="457200"/>
          </a:xfrm>
          <a:prstGeom prst="roundRect">
            <a:avLst>
              <a:gd name="adj" fmla="val 16000"/>
            </a:avLst>
          </a:prstGeom>
          <a:solidFill>
            <a:srgbClr val="12264D"/>
          </a:solidFill>
          <a:ln w="12700">
            <a:solidFill>
              <a:srgbClr val="1E3A6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3017520"/>
            <a:ext cx="40233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6F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 + Key 3 → KHOOR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566160"/>
            <a:ext cx="4023360" cy="457200"/>
          </a:xfrm>
          <a:prstGeom prst="roundRect">
            <a:avLst>
              <a:gd name="adj" fmla="val 16000"/>
            </a:avLst>
          </a:prstGeom>
          <a:solidFill>
            <a:srgbClr val="12264D"/>
          </a:solidFill>
          <a:ln w="12700">
            <a:solidFill>
              <a:srgbClr val="1E3A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566160"/>
            <a:ext cx="40233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6F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KHOOR − Key 3 → HELLO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Security: Educational / Weak. Vulnerable to brute-force and frequency analysis.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7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CAESAR CIPHER BASED MESSAGE ENCRYPTION AND DECRYPTION SYSTEM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Principle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955280" y="228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234440" cy="777240"/>
          </a:xfrm>
          <a:prstGeom prst="roundRect">
            <a:avLst>
              <a:gd name="adj" fmla="val 9412"/>
            </a:avLst>
          </a:prstGeom>
          <a:solidFill>
            <a:srgbClr val="12264D"/>
          </a:solidFill>
          <a:ln w="12700">
            <a:solidFill>
              <a:srgbClr val="1E3A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280160"/>
            <a:ext cx="123444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Message + Key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709928" y="1600200"/>
            <a:ext cx="146304" cy="182880"/>
          </a:xfrm>
          <a:prstGeom prst="rightArrow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56232" y="1280160"/>
            <a:ext cx="1234440" cy="777240"/>
          </a:xfrm>
          <a:prstGeom prst="roundRect">
            <a:avLst>
              <a:gd name="adj" fmla="val 9412"/>
            </a:avLst>
          </a:prstGeom>
          <a:solidFill>
            <a:srgbClr val="0F3A52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856232" y="1280160"/>
            <a:ext cx="123444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08960" y="1600200"/>
            <a:ext cx="146304" cy="182880"/>
          </a:xfrm>
          <a:prstGeom prst="rightArrow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55264" y="1280160"/>
            <a:ext cx="1234440" cy="777240"/>
          </a:xfrm>
          <a:prstGeom prst="roundRect">
            <a:avLst>
              <a:gd name="adj" fmla="val 9412"/>
            </a:avLst>
          </a:prstGeom>
          <a:solidFill>
            <a:srgbClr val="12264D"/>
          </a:solidFill>
          <a:ln w="12700">
            <a:solidFill>
              <a:srgbClr val="1E3A6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255264" y="1280160"/>
            <a:ext cx="123444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Ciphertext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07992" y="1600200"/>
            <a:ext cx="146304" cy="182880"/>
          </a:xfrm>
          <a:prstGeom prst="rightArrow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54296" y="1280160"/>
            <a:ext cx="1234440" cy="777240"/>
          </a:xfrm>
          <a:prstGeom prst="roundRect">
            <a:avLst>
              <a:gd name="adj" fmla="val 9412"/>
            </a:avLst>
          </a:prstGeom>
          <a:solidFill>
            <a:srgbClr val="0F3A52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654296" y="1280160"/>
            <a:ext cx="123444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Decryption (same key)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07024" y="1600200"/>
            <a:ext cx="146304" cy="182880"/>
          </a:xfrm>
          <a:prstGeom prst="rightArrow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53328" y="1280160"/>
            <a:ext cx="1234440" cy="777240"/>
          </a:xfrm>
          <a:prstGeom prst="roundRect">
            <a:avLst>
              <a:gd name="adj" fmla="val 9412"/>
            </a:avLst>
          </a:prstGeom>
          <a:solidFill>
            <a:srgbClr val="12264D"/>
          </a:solidFill>
          <a:ln w="12700">
            <a:solidFill>
              <a:srgbClr val="1E3A6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053328" y="1280160"/>
            <a:ext cx="123444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Message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06056" y="1600200"/>
            <a:ext cx="146304" cy="182880"/>
          </a:xfrm>
          <a:prstGeom prst="rightArrow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52360" y="1280160"/>
            <a:ext cx="1234440" cy="777240"/>
          </a:xfrm>
          <a:prstGeom prst="roundRect">
            <a:avLst>
              <a:gd name="adj" fmla="val 9412"/>
            </a:avLst>
          </a:prstGeom>
          <a:solidFill>
            <a:srgbClr val="0F3A52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452360" y="1280160"/>
            <a:ext cx="123444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2377440"/>
            <a:ext cx="8229600" cy="1554480"/>
          </a:xfrm>
          <a:prstGeom prst="roundRect">
            <a:avLst>
              <a:gd name="adj" fmla="val 4706"/>
            </a:avLst>
          </a:prstGeom>
          <a:solidFill>
            <a:srgbClr val="12264D"/>
          </a:solidFill>
          <a:ln w="12700">
            <a:solidFill>
              <a:srgbClr val="1E3A6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" y="2468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 (KEY = 4)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278892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Plaintext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2377440" y="278892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F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CYBER SECURITY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85800" y="315468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Ciphertext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2377440" y="315468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GCFIV WIGYVMXC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685800" y="352044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Decrypted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2377440" y="352044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F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CYBER SECURITY</a:t>
            </a:r>
            <a:endParaRPr lang="en-US" sz="1600" dirty="0"/>
          </a:p>
        </p:txBody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4224528"/>
            <a:ext cx="274320" cy="274320"/>
          </a:xfrm>
          <a:prstGeom prst="rect">
            <a:avLst/>
          </a:prstGeom>
        </p:spPr>
      </p:pic>
      <p:sp>
        <p:nvSpPr>
          <p:cNvPr id="31" name="Text 28"/>
          <p:cNvSpPr txBox="1"/>
          <p:nvPr/>
        </p:nvSpPr>
        <p:spPr>
          <a:xfrm>
            <a:off x="1325880" y="4206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 verification confirms that the original message was recovered.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Caesar Cipher Based Message Encryption and Decryption System</dc:title>
  <dc:subject>PptxGenJS Presentation</dc:subject>
  <dc:creator>PptxGenJS</dc:creator>
  <cp:lastModifiedBy>PptxGenJS</cp:lastModifiedBy>
  <cp:revision>1</cp:revision>
  <dcterms:created xsi:type="dcterms:W3CDTF">2026-09-28T15:15:13Z</dcterms:created>
  <dcterms:modified xsi:type="dcterms:W3CDTF">2026-09-28T15:15:13Z</dcterms:modified>
</cp:coreProperties>
</file>